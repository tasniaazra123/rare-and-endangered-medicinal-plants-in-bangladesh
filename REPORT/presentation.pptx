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61809-0172-4BEB-99D2-789834F633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99D54-333A-417A-A0E7-85F4BB30EA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24389749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MS Shell Dlg 2</vt:lpstr>
      <vt:lpstr>Wingdings</vt:lpstr>
      <vt:lpstr>Wingdings 3</vt:lpstr>
      <vt:lpstr>Madison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Jannat Milky</dc:creator>
  <cp:lastModifiedBy>Jannat Milky</cp:lastModifiedBy>
  <cp:revision>1</cp:revision>
  <dcterms:created xsi:type="dcterms:W3CDTF">2025-12-25T17:29:34Z</dcterms:created>
  <dcterms:modified xsi:type="dcterms:W3CDTF">2025-12-25T17:30:05Z</dcterms:modified>
</cp:coreProperties>
</file>