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64" r:id="rId4"/>
    <p:sldId id="265" r:id="rId5"/>
    <p:sldId id="266" r:id="rId6"/>
    <p:sldId id="267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82ABA-7291-4A8C-9691-FA1A147E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C6A530-1F03-413F-A979-BA3E0A40F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8291" y="2052638"/>
            <a:ext cx="7106355" cy="39973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88CDA3F-CDA0-450A-928C-D40CD7881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E38EE0-AD8D-4D76-818B-25463CF36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C7E8FF-3708-4DAE-A369-2BEC7A540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1C154C-A200-4F41-B1A8-CB18E7D530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842850-CCF1-4DCC-9E21-0DB38AAC5D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3687DD0-C169-4E0F-9D84-483E69CB2D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FE1DB59-21F5-4115-8C77-1DEFCAABBA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17E93A62-111C-4E1D-9B9A-443E624CC97B}"/>
              </a:ext>
            </a:extLst>
          </p:cNvPr>
          <p:cNvSpPr/>
          <p:nvPr/>
        </p:nvSpPr>
        <p:spPr>
          <a:xfrm>
            <a:off x="4067175" y="4752976"/>
            <a:ext cx="3800475" cy="2666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39700">
              <a:schemeClr val="accent4">
                <a:satMod val="175000"/>
                <a:alpha val="40000"/>
              </a:schemeClr>
            </a:glow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RelaxedModerately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39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974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4CA6F1-6BB9-423A-BBF8-07E9D4ED99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071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ACBEA-039D-4605-B1A1-C7F268E2EB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57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705BD9-9E11-4B5E-A498-8C431EFCE3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53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2274F5-612C-4F5E-9519-8EE6CB567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32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FAF4-462E-4974-920D-5E7F0544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8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FAF4-462E-4974-920D-5E7F0544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77E4E4-CC84-47D3-9045-C9B5F8420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88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FAF4-462E-4974-920D-5E7F0544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A58DDE-28D1-4D3B-B76A-B9D1E43488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317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FAF4-462E-4974-920D-5E7F0544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9A5ED3-5D82-499D-B42F-C779EFFA4D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23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FAF4-462E-4974-920D-5E7F0544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2E7EEB-13C3-41ED-83F8-A7828B4EC2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01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FAF4-462E-4974-920D-5E7F0544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E3AF77-A5ED-4DAD-9434-F2E92C2C81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886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FAF4-462E-4974-920D-5E7F0544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71D2A-0393-42B4-9F5E-1B53F536E9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524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FAF4-462E-4974-920D-5E7F0544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F71F0E-80A0-4DC8-87CF-F849A27320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51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1809-0172-4BEB-99D2-789834F633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99D54-333A-417A-A0E7-85F4BB30E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C6AE3D-24CA-4900-B8B5-CA686CFD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10D7B7-45D1-46DC-94C7-64587BC64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71CBD-DDDA-400E-BAE1-60BF6FB4D9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625A9F-95DB-49AB-BC4D-54E719B2E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FFA33D-8C2E-407C-9858-1288FDF80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98B6468-42A1-4C67-BD10-6082A9981E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3FFEE2-E508-4045-9D6F-8A6867BE0E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A1397EB-7344-4BA2-A264-8EAABD7316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DB3683F-5A5E-45A4-8D9C-E471459515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496E315-CA27-4183-BC0F-45ACF7A1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DE51F1E-6F77-496E-B8F9-D88FD2C1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D1FD5AD-D32C-437A-AF8D-F487C0BB1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ADD57EBE-3C77-4EE1-B3C3-9D398874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1E8F763-AE76-4BA0-A6BA-90BA5B42CD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FAF4-462E-4974-920D-5E7F0544D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483634A-CE94-4B87-88F8-7814F0FFF8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303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13</TotalTime>
  <Words>14</Words>
  <Application>Microsoft Office PowerPoint</Application>
  <PresentationFormat>Widescreen</PresentationFormat>
  <Paragraphs>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Jannat Milky</dc:creator>
  <cp:lastModifiedBy>Jannat Milky</cp:lastModifiedBy>
  <cp:revision>3</cp:revision>
  <dcterms:created xsi:type="dcterms:W3CDTF">2025-12-25T17:29:34Z</dcterms:created>
  <dcterms:modified xsi:type="dcterms:W3CDTF">2025-12-25T20:52:00Z</dcterms:modified>
</cp:coreProperties>
</file>